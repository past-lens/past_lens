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 Lens: Preserving Culture Through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Web Application Overview</a:t>
            </a:r>
          </a:p>
          <a:p>
            <a:r>
              <a:t>Your Name &amp;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A platform to preserve and celebrate cultural heritage.</a:t>
            </a:r>
          </a:p>
          <a:p>
            <a:r>
              <a:t>Features:</a:t>
            </a:r>
          </a:p>
          <a:p>
            <a:r>
              <a:t>- Interactive homepage</a:t>
            </a:r>
          </a:p>
          <a:p>
            <a:r>
              <a:t>- Animated UI</a:t>
            </a:r>
          </a:p>
          <a:p>
            <a:r>
              <a:t>- Team carousel</a:t>
            </a:r>
          </a:p>
          <a:p>
            <a:r>
              <a:t>- FAQ</a:t>
            </a:r>
          </a:p>
          <a:p>
            <a:r>
              <a:t>- Digital clock</a:t>
            </a:r>
          </a:p>
          <a:p>
            <a:r>
              <a:t>- Global search</a:t>
            </a:r>
          </a:p>
          <a:p>
            <a:r>
              <a:t>- Chatbox</a:t>
            </a:r>
          </a:p>
          <a:p>
            <a:r>
              <a:t>-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React (Vite)</a:t>
            </a:r>
          </a:p>
          <a:p>
            <a:r>
              <a:t>- Tailwind CSS</a:t>
            </a:r>
          </a:p>
          <a:p>
            <a:r>
              <a:t>- Shadcn UI</a:t>
            </a:r>
          </a:p>
          <a:p>
            <a:r>
              <a:t>- Lucide Icons</a:t>
            </a:r>
          </a:p>
          <a:p>
            <a:r>
              <a:t>- Framer Motion (animations)</a:t>
            </a:r>
          </a:p>
          <a:p>
            <a:r>
              <a:t>- Node.js/Express (backend)</a:t>
            </a:r>
          </a:p>
          <a:p>
            <a:r>
              <a:t>- Context API (auth)</a:t>
            </a:r>
          </a:p>
          <a:p>
            <a:r>
              <a:t>- React Hot Toast (notifications)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Animated hero section</a:t>
            </a:r>
          </a:p>
          <a:p>
            <a:r>
              <a:t>- Features grid with icons</a:t>
            </a:r>
          </a:p>
          <a:p>
            <a:r>
              <a:t>- Team carousel with gradient cards</a:t>
            </a:r>
          </a:p>
          <a:p>
            <a:r>
              <a:t>- FAQ section with micro animations</a:t>
            </a:r>
          </a:p>
          <a:p>
            <a:r>
              <a:t>- Digital clock in footer</a:t>
            </a:r>
          </a:p>
          <a:p>
            <a:r>
              <a:t>- Responsive design (hamburger menu, dropdowns)</a:t>
            </a:r>
          </a:p>
          <a:p>
            <a:r>
              <a:t>- Floating chatbox (LensAI)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Node.js/Express API</a:t>
            </a:r>
          </a:p>
          <a:p>
            <a:r>
              <a:t>- AuthContext for login/logout</a:t>
            </a:r>
          </a:p>
          <a:p>
            <a:r>
              <a:t>- Protected routes (useAuth hook)</a:t>
            </a:r>
          </a:p>
          <a:p>
            <a:r>
              <a:t>- Error handling (context provider)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Micro animations (FAQ, features, footer)</a:t>
            </a:r>
          </a:p>
          <a:p>
            <a:r>
              <a:t>- Gradient backgrounds</a:t>
            </a:r>
          </a:p>
          <a:p>
            <a:r>
              <a:t>- Sticky header with scroll logic</a:t>
            </a:r>
          </a:p>
          <a:p>
            <a:r>
              <a:t>- Modern, accessible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Homepage</a:t>
            </a:r>
          </a:p>
          <a:p>
            <a:r>
              <a:t>- Features section</a:t>
            </a:r>
          </a:p>
          <a:p>
            <a:r>
              <a:t>- Team carousel</a:t>
            </a:r>
          </a:p>
          <a:p>
            <a:r>
              <a:t>- FAQ dropdowns</a:t>
            </a:r>
          </a:p>
          <a:p>
            <a:r>
              <a:t>- Footer with clock</a:t>
            </a:r>
          </a:p>
          <a:p>
            <a:r>
              <a:t>- Chatbox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State management for header/footer</a:t>
            </a:r>
          </a:p>
          <a:p>
            <a:r>
              <a:t>- Responsive dropdowns</a:t>
            </a:r>
          </a:p>
          <a:p>
            <a:r>
              <a:t>- Context provider for authentication</a:t>
            </a:r>
          </a:p>
          <a:p>
            <a:r>
              <a:t>- Animation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Activate LensAI chat</a:t>
            </a:r>
          </a:p>
          <a:p>
            <a:r>
              <a:t>- Add more cultural content</a:t>
            </a:r>
          </a:p>
          <a:p>
            <a:r>
              <a:t>- Expand backend features</a:t>
            </a:r>
          </a:p>
          <a:p>
            <a:r>
              <a:t>- Improve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  <a:p>
            <a:r>
              <a:t>For more info: https://preview--brew-design-dash.lovable.app/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